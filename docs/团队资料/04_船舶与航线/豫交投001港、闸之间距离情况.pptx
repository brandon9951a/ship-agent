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10900" r:id="rId2"/>
    <p:sldId id="10901" r:id="rId3"/>
    <p:sldId id="10902" r:id="rId4"/>
    <p:sldId id="10903" r:id="rId5"/>
    <p:sldId id="10904" r:id="rId6"/>
    <p:sldId id="10905" r:id="rId7"/>
    <p:sldId id="10906" r:id="rId8"/>
    <p:sldId id="10907" r:id="rId9"/>
    <p:sldId id="10899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79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梁齐" initials="l" lastIdx="1" clrIdx="0"/>
  <p:cmAuthor id="1" name="lenovo" initials="l" lastIdx="1" clrIdx="0"/>
  <p:cmAuthor id="2" name="强 郑" initials="强" lastIdx="1" clrIdx="1"/>
  <p:cmAuthor id="3" name="未知用户1" initials="未知用户1" lastIdx="1" clrIdx="0"/>
  <p:cmAuthor id="4" name="作者" initials="作" lastIdx="0" clrIdx="2"/>
  <p:cmAuthor id="5" name="张朝晖" initials="张" lastIdx="0" clrIdx="0"/>
  <p:cmAuthor id="6" name="Xiaobin Shen(沈晓斌,股份法律部)" initials="X" lastIdx="1" clrIdx="0"/>
  <p:cmAuthor id="7" name="Longfei Li" initials="L" lastIdx="17" clrIdx="0"/>
  <p:cmAuthor id="8" name="L.H." initials="L" lastIdx="1" clrIdx="1"/>
  <p:cmAuthor id="9" name="Windows 用户" initials="W" lastIdx="1" clrIdx="0"/>
  <p:cmAuthor id="10" name="未知用户9" initials="未知用户9" lastIdx="1" clrIdx="6"/>
  <p:cmAuthor id="11" name="未知用户4" initials="未知用户4" lastIdx="1" clrIdx="0"/>
  <p:cmAuthor id="12" name="叶英" initials="叶" lastIdx="2" clrIdx="11"/>
  <p:cmAuthor id="13" name="未知用户2" initials="未知用户2" lastIdx="2" clrIdx="0"/>
  <p:cmAuthor id="15" name="侯筱琦" initials="侯" lastIdx="23" clrIdx="0"/>
  <p:cmAuthor id="16" name="武汉长江 众发" initials="武" lastIdx="0" clrIdx="0"/>
  <p:cmAuthor id="18" name="牟建贞" initials="牟建贞" lastIdx="1" clrIdx="17"/>
  <p:cmAuthor id="19" name="未知用户8" initials="未知用户8" lastIdx="2" clrIdx="0"/>
  <p:cmAuthor id="20" name="陈元" initials="陈" lastIdx="0" clrIdx="1"/>
  <p:cmAuthor id="26" name="梁凌" initials="梁" lastIdx="1" clrIdx="25"/>
  <p:cmAuthor id="27" name="凃军" initials="凃" lastIdx="12" clrIdx="26"/>
  <p:cmAuthor id="28" name="梅向才" initials="梅向才" lastIdx="1" clrIdx="27"/>
  <p:cmAuthor id="29" name="沈雅君" initials="沈雅君" lastIdx="1" clrIdx="28"/>
  <p:cmAuthor id="30" name="连波" initials="连" lastIdx="5" clrIdx="29"/>
  <p:cmAuthor id="31" name="AD19官功肖" initials="A" lastIdx="1" clrIdx="0"/>
  <p:cmAuthor id="35" name="施春阳" initials="施" lastIdx="1" clrIdx="0"/>
  <p:cmAuthor id="36" name="DZHP-9402" initials="D" lastIdx="1" clrIdx="0"/>
  <p:cmAuthor id="37" name="未知用户3" initials="未" lastIdx="17" clrIdx="0"/>
  <p:cmAuthor id="38" name="史婷婷" initials="史" lastIdx="786497536" clrIdx="0"/>
  <p:cmAuthor id="39" name="未知用户12" initials="未" lastIdx="1" clrIdx="0"/>
  <p:cmAuthor id="40" name="未知用户13" initials="未" lastIdx="1" clrIdx="0"/>
  <p:cmAuthor id="41" name="未知用户14" initials="未" lastIdx="4" clrIdx="0"/>
  <p:cmAuthor id="42" name="DQ" initials="D" lastIdx="1" clrIdx="2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6C0"/>
    <a:srgbClr val="D1ECF9"/>
    <a:srgbClr val="004698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8" autoAdjust="0"/>
    <p:restoredTop sz="96391" autoAdjust="0"/>
  </p:normalViewPr>
  <p:slideViewPr>
    <p:cSldViewPr showGuides="1">
      <p:cViewPr varScale="1">
        <p:scale>
          <a:sx n="113" d="100"/>
          <a:sy n="113" d="100"/>
        </p:scale>
        <p:origin x="354" y="84"/>
      </p:cViewPr>
      <p:guideLst>
        <p:guide orient="horz" pos="2205"/>
        <p:guide pos="3796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2D8D4-2C7A-4809-9B1A-42D7479495A7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7913C-DD0A-4B43-9FF2-911BBA39810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44C438-B19C-4AA7-ABD7-B4BC2A90B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927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44C438-B19C-4AA7-ABD7-B4BC2A90B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5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44C438-B19C-4AA7-ABD7-B4BC2A90B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6872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44C438-B19C-4AA7-ABD7-B4BC2A90B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3049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44C438-B19C-4AA7-ABD7-B4BC2A90B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34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44C438-B19C-4AA7-ABD7-B4BC2A90B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988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44C438-B19C-4AA7-ABD7-B4BC2A90B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0560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44C438-B19C-4AA7-ABD7-B4BC2A90B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476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F44C438-B19C-4AA7-ABD7-B4BC2A90BAE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132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27448" y="5917027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  <a:t>2025/5/19</a:t>
            </a:fld>
            <a:endParaRPr lang="zh-CN" alt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  <a:t>2025/5/19</a:t>
            </a:fld>
            <a:endParaRPr lang="zh-CN" alt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  <a:t>2025/5/19</a:t>
            </a:fld>
            <a:endParaRPr lang="zh-CN" alt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  <a:t>2025/5/19</a:t>
            </a:fld>
            <a:endParaRPr lang="zh-CN" alt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  <a:t>2025/5/19</a:t>
            </a:fld>
            <a:endParaRPr lang="zh-CN" alt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  <a:t>2025/5/19</a:t>
            </a:fld>
            <a:endParaRPr lang="zh-CN" alt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10056440" y="6516052"/>
            <a:ext cx="2172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厚德博学  追求卓越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  <a:t>2025/5/19</a:t>
            </a:fld>
            <a:endParaRPr lang="zh-CN" alt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  <a:t>2025/5/19</a:t>
            </a:fld>
            <a:endParaRPr lang="zh-CN" alt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  <a:t>2025/5/19</a:t>
            </a:fld>
            <a:endParaRPr lang="zh-CN" alt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  <a:t>2025/5/19</a:t>
            </a:fld>
            <a:endParaRPr 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6878" y="6100763"/>
            <a:ext cx="2540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algn="r">
              <a:spcBef>
                <a:spcPct val="50000"/>
              </a:spcBef>
              <a:buNone/>
            </a:pPr>
            <a:fld id="{9A0DB2DC-4C9A-4742-B13C-FB6460FD3503}" type="slidenum">
              <a:rPr lang="en-US" altLang="zh-CN" dirty="0">
                <a:solidFill>
                  <a:srgbClr val="A08366"/>
                </a:solidFill>
                <a:latin typeface="Calibri" panose="020F0502020204030204" pitchFamily="34" charset="0"/>
              </a:rPr>
              <a:t>‹#›</a:t>
            </a:fld>
            <a:endParaRPr lang="en-US" altLang="zh-CN" dirty="0">
              <a:solidFill>
                <a:srgbClr val="A08366"/>
              </a:solidFill>
              <a:latin typeface="Calibri" panose="020F0502020204030204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  <a:t>2025/5/19</a:t>
            </a:fld>
            <a:endParaRPr lang="zh-CN" alt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号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335359" y="188640"/>
            <a:ext cx="11425269" cy="55245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2800" b="1" baseline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单击此处编辑母版标题样式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 rot="10800000">
            <a:off x="0" y="794869"/>
            <a:ext cx="12216680" cy="89917"/>
          </a:xfrm>
          <a:prstGeom prst="rect">
            <a:avLst/>
          </a:prstGeom>
          <a:gradFill>
            <a:gsLst>
              <a:gs pos="0">
                <a:srgbClr val="003399"/>
              </a:gs>
              <a:gs pos="49000">
                <a:srgbClr val="003399"/>
              </a:gs>
              <a:gs pos="100000">
                <a:srgbClr val="FAF1F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0056440" y="6516052"/>
            <a:ext cx="2172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厚德博学  追求卓越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本讲内容&amp;金句"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15480" y="0"/>
            <a:ext cx="10776520" cy="287319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1802" y="6506817"/>
            <a:ext cx="12190199" cy="351185"/>
          </a:xfrm>
          <a:prstGeom prst="rect">
            <a:avLst/>
          </a:prstGeom>
          <a:solidFill>
            <a:srgbClr val="0046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11" name="矩形 10"/>
          <p:cNvSpPr/>
          <p:nvPr userDrawn="1"/>
        </p:nvSpPr>
        <p:spPr>
          <a:xfrm>
            <a:off x="-1" y="6506817"/>
            <a:ext cx="1424609" cy="3511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61" y="6557795"/>
            <a:ext cx="1184684" cy="24922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32" b="35032"/>
          <a:stretch>
            <a:fillRect/>
          </a:stretch>
        </p:blipFill>
        <p:spPr>
          <a:xfrm>
            <a:off x="10728495" y="6506817"/>
            <a:ext cx="1250609" cy="3511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A95CEE2B-6503-4852-AFB8-E69E3BD7CBA6}"/>
              </a:ext>
            </a:extLst>
          </p:cNvPr>
          <p:cNvSpPr txBox="1"/>
          <p:nvPr/>
        </p:nvSpPr>
        <p:spPr>
          <a:xfrm>
            <a:off x="-456728" y="260648"/>
            <a:ext cx="4047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平顶山港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军李船闸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40C5D5F-86A3-43E4-A077-EC859EDB8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052736"/>
            <a:ext cx="4069731" cy="2736304"/>
          </a:xfrm>
          <a:prstGeom prst="rect">
            <a:avLst/>
          </a:prstGeom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05B656CF-5301-4CB9-ABE6-13C888891CB8}"/>
              </a:ext>
            </a:extLst>
          </p:cNvPr>
          <p:cNvSpPr/>
          <p:nvPr/>
        </p:nvSpPr>
        <p:spPr>
          <a:xfrm>
            <a:off x="5903726" y="242072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F38385-5AA0-4258-829B-833A258C5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064" y="1052737"/>
            <a:ext cx="3940393" cy="273630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EB1D79B-6A36-40BB-B9AB-EEA8D2AE1D76}"/>
              </a:ext>
            </a:extLst>
          </p:cNvPr>
          <p:cNvSpPr txBox="1"/>
          <p:nvPr/>
        </p:nvSpPr>
        <p:spPr>
          <a:xfrm>
            <a:off x="1135499" y="1759002"/>
            <a:ext cx="640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平顶山港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F70E92-EC64-47F7-AB44-8A5923AC5629}"/>
              </a:ext>
            </a:extLst>
          </p:cNvPr>
          <p:cNvSpPr txBox="1"/>
          <p:nvPr/>
        </p:nvSpPr>
        <p:spPr>
          <a:xfrm>
            <a:off x="10640555" y="1757396"/>
            <a:ext cx="640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军李船闸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E756923-39C0-46B2-9CD8-EE11A51A6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44" y="3974731"/>
            <a:ext cx="8808554" cy="2331484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0EF6AC63-33C9-45BA-97CA-D3B37D738A7F}"/>
              </a:ext>
            </a:extLst>
          </p:cNvPr>
          <p:cNvSpPr txBox="1"/>
          <p:nvPr/>
        </p:nvSpPr>
        <p:spPr>
          <a:xfrm>
            <a:off x="9340353" y="4869160"/>
            <a:ext cx="2544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highlight>
                  <a:srgbClr val="FFFF00"/>
                </a:highlight>
              </a:rPr>
              <a:t>25.5km</a:t>
            </a:r>
            <a:endParaRPr lang="zh-CN" altLang="en-US" sz="4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39824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A95CEE2B-6503-4852-AFB8-E69E3BD7CBA6}"/>
              </a:ext>
            </a:extLst>
          </p:cNvPr>
          <p:cNvSpPr txBox="1"/>
          <p:nvPr/>
        </p:nvSpPr>
        <p:spPr>
          <a:xfrm>
            <a:off x="-456728" y="260648"/>
            <a:ext cx="4047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军李船闸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马湾船闸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5B656CF-5301-4CB9-ABE6-13C888891CB8}"/>
              </a:ext>
            </a:extLst>
          </p:cNvPr>
          <p:cNvSpPr/>
          <p:nvPr/>
        </p:nvSpPr>
        <p:spPr>
          <a:xfrm>
            <a:off x="5856226" y="242072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B1D79B-6A36-40BB-B9AB-EEA8D2AE1D76}"/>
              </a:ext>
            </a:extLst>
          </p:cNvPr>
          <p:cNvSpPr txBox="1"/>
          <p:nvPr/>
        </p:nvSpPr>
        <p:spPr>
          <a:xfrm>
            <a:off x="1135499" y="1759002"/>
            <a:ext cx="640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军李船闸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F70E92-EC64-47F7-AB44-8A5923AC5629}"/>
              </a:ext>
            </a:extLst>
          </p:cNvPr>
          <p:cNvSpPr txBox="1"/>
          <p:nvPr/>
        </p:nvSpPr>
        <p:spPr>
          <a:xfrm>
            <a:off x="10640555" y="1757396"/>
            <a:ext cx="640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马湾船闸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F6AC63-33C9-45BA-97CA-D3B37D738A7F}"/>
              </a:ext>
            </a:extLst>
          </p:cNvPr>
          <p:cNvSpPr txBox="1"/>
          <p:nvPr/>
        </p:nvSpPr>
        <p:spPr>
          <a:xfrm>
            <a:off x="9340353" y="4869160"/>
            <a:ext cx="2544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highlight>
                  <a:srgbClr val="FFFF00"/>
                </a:highlight>
              </a:rPr>
              <a:t>25km</a:t>
            </a:r>
            <a:endParaRPr lang="zh-CN" altLang="en-US" sz="4400" b="1" dirty="0">
              <a:highlight>
                <a:srgbClr val="FFFF00"/>
              </a:highligh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220A71-7617-48A7-A253-191F23159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134" y="3861048"/>
            <a:ext cx="4069731" cy="249274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88151E7-E2FA-4C64-A321-76B3B8C46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567" y="1050963"/>
            <a:ext cx="3940393" cy="27363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7485489-76DA-4F23-BBA0-D43D389D1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99" y="1037300"/>
            <a:ext cx="4069731" cy="274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4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A95CEE2B-6503-4852-AFB8-E69E3BD7CBA6}"/>
              </a:ext>
            </a:extLst>
          </p:cNvPr>
          <p:cNvSpPr txBox="1"/>
          <p:nvPr/>
        </p:nvSpPr>
        <p:spPr>
          <a:xfrm>
            <a:off x="-456728" y="260648"/>
            <a:ext cx="4047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马湾船闸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漯河船闸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5B656CF-5301-4CB9-ABE6-13C888891CB8}"/>
              </a:ext>
            </a:extLst>
          </p:cNvPr>
          <p:cNvSpPr/>
          <p:nvPr/>
        </p:nvSpPr>
        <p:spPr>
          <a:xfrm>
            <a:off x="5856226" y="242072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B1D79B-6A36-40BB-B9AB-EEA8D2AE1D76}"/>
              </a:ext>
            </a:extLst>
          </p:cNvPr>
          <p:cNvSpPr txBox="1"/>
          <p:nvPr/>
        </p:nvSpPr>
        <p:spPr>
          <a:xfrm>
            <a:off x="1135499" y="1759002"/>
            <a:ext cx="640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马湾船闸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F70E92-EC64-47F7-AB44-8A5923AC5629}"/>
              </a:ext>
            </a:extLst>
          </p:cNvPr>
          <p:cNvSpPr txBox="1"/>
          <p:nvPr/>
        </p:nvSpPr>
        <p:spPr>
          <a:xfrm>
            <a:off x="10640555" y="1757396"/>
            <a:ext cx="640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漯河船闸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F6AC63-33C9-45BA-97CA-D3B37D738A7F}"/>
              </a:ext>
            </a:extLst>
          </p:cNvPr>
          <p:cNvSpPr txBox="1"/>
          <p:nvPr/>
        </p:nvSpPr>
        <p:spPr>
          <a:xfrm>
            <a:off x="9768408" y="5027695"/>
            <a:ext cx="2544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highlight>
                  <a:srgbClr val="FFFF00"/>
                </a:highlight>
              </a:rPr>
              <a:t>44.1km</a:t>
            </a:r>
            <a:endParaRPr lang="zh-CN" altLang="en-US" sz="4400" b="1" dirty="0">
              <a:highlight>
                <a:srgbClr val="FFFF00"/>
              </a:highlight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97FE5E4-2FEE-4A4A-867A-DF6CF01F9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602" y="1044131"/>
            <a:ext cx="4069731" cy="27499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035F023-1FBF-4981-AF53-6EB0D23AE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6" y="4115916"/>
            <a:ext cx="9815845" cy="21664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5BA071A-062D-456D-9853-A9D30C75C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742" y="1060864"/>
            <a:ext cx="4002516" cy="273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93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A95CEE2B-6503-4852-AFB8-E69E3BD7CBA6}"/>
              </a:ext>
            </a:extLst>
          </p:cNvPr>
          <p:cNvSpPr txBox="1"/>
          <p:nvPr/>
        </p:nvSpPr>
        <p:spPr>
          <a:xfrm>
            <a:off x="-456728" y="260648"/>
            <a:ext cx="4047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漯河船闸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漯河港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5B656CF-5301-4CB9-ABE6-13C888891CB8}"/>
              </a:ext>
            </a:extLst>
          </p:cNvPr>
          <p:cNvSpPr/>
          <p:nvPr/>
        </p:nvSpPr>
        <p:spPr>
          <a:xfrm>
            <a:off x="5856226" y="242072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B1D79B-6A36-40BB-B9AB-EEA8D2AE1D76}"/>
              </a:ext>
            </a:extLst>
          </p:cNvPr>
          <p:cNvSpPr txBox="1"/>
          <p:nvPr/>
        </p:nvSpPr>
        <p:spPr>
          <a:xfrm>
            <a:off x="1135499" y="1759002"/>
            <a:ext cx="640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漯河船闸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F70E92-EC64-47F7-AB44-8A5923AC5629}"/>
              </a:ext>
            </a:extLst>
          </p:cNvPr>
          <p:cNvSpPr txBox="1"/>
          <p:nvPr/>
        </p:nvSpPr>
        <p:spPr>
          <a:xfrm>
            <a:off x="11551979" y="1760456"/>
            <a:ext cx="6400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漯河港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F6AC63-33C9-45BA-97CA-D3B37D738A7F}"/>
              </a:ext>
            </a:extLst>
          </p:cNvPr>
          <p:cNvSpPr txBox="1"/>
          <p:nvPr/>
        </p:nvSpPr>
        <p:spPr>
          <a:xfrm>
            <a:off x="9768408" y="5027695"/>
            <a:ext cx="2544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highlight>
                  <a:srgbClr val="FFFF00"/>
                </a:highlight>
              </a:rPr>
              <a:t>689m</a:t>
            </a:r>
            <a:endParaRPr lang="zh-CN" altLang="en-US" sz="4400" b="1" dirty="0">
              <a:highlight>
                <a:srgbClr val="FFFF00"/>
              </a:highlight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9F226ED-1D0A-44FA-922C-EE2E65109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1044131"/>
            <a:ext cx="4002516" cy="273323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5DE3085-F133-454D-8ECE-1BAF55493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039" y="1044131"/>
            <a:ext cx="4210489" cy="273323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E3F9D01-5A1C-42B2-A189-76E969633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2260" y="3813268"/>
            <a:ext cx="1128011" cy="265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41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A95CEE2B-6503-4852-AFB8-E69E3BD7CBA6}"/>
              </a:ext>
            </a:extLst>
          </p:cNvPr>
          <p:cNvSpPr txBox="1"/>
          <p:nvPr/>
        </p:nvSpPr>
        <p:spPr>
          <a:xfrm>
            <a:off x="-456728" y="260648"/>
            <a:ext cx="4047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漯河港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大路李船闸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5B656CF-5301-4CB9-ABE6-13C888891CB8}"/>
              </a:ext>
            </a:extLst>
          </p:cNvPr>
          <p:cNvSpPr/>
          <p:nvPr/>
        </p:nvSpPr>
        <p:spPr>
          <a:xfrm>
            <a:off x="5856226" y="242072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B1D79B-6A36-40BB-B9AB-EEA8D2AE1D76}"/>
              </a:ext>
            </a:extLst>
          </p:cNvPr>
          <p:cNvSpPr txBox="1"/>
          <p:nvPr/>
        </p:nvSpPr>
        <p:spPr>
          <a:xfrm>
            <a:off x="911424" y="1759002"/>
            <a:ext cx="6400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漯河港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F70E92-EC64-47F7-AB44-8A5923AC5629}"/>
              </a:ext>
            </a:extLst>
          </p:cNvPr>
          <p:cNvSpPr txBox="1"/>
          <p:nvPr/>
        </p:nvSpPr>
        <p:spPr>
          <a:xfrm>
            <a:off x="11171468" y="1603745"/>
            <a:ext cx="6400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大路李船闸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F6AC63-33C9-45BA-97CA-D3B37D738A7F}"/>
              </a:ext>
            </a:extLst>
          </p:cNvPr>
          <p:cNvSpPr txBox="1"/>
          <p:nvPr/>
        </p:nvSpPr>
        <p:spPr>
          <a:xfrm>
            <a:off x="9327781" y="4941168"/>
            <a:ext cx="2544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highlight>
                  <a:srgbClr val="FFFF00"/>
                </a:highlight>
              </a:rPr>
              <a:t>22.6km</a:t>
            </a:r>
            <a:endParaRPr lang="zh-CN" altLang="en-US" sz="4400" b="1" dirty="0">
              <a:highlight>
                <a:srgbClr val="FFFF00"/>
              </a:highlight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8B58D5E-F2E9-48EE-8D0A-49631C88B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96" y="1052736"/>
            <a:ext cx="4210489" cy="27332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A22E329-4ED0-4D82-AACB-B4568CF4F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436" y="3861048"/>
            <a:ext cx="4917579" cy="25965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6A75DA-C055-4AA2-9D04-9DF8A4F6B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547" y="1052736"/>
            <a:ext cx="4477836" cy="273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8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A95CEE2B-6503-4852-AFB8-E69E3BD7CBA6}"/>
              </a:ext>
            </a:extLst>
          </p:cNvPr>
          <p:cNvSpPr txBox="1"/>
          <p:nvPr/>
        </p:nvSpPr>
        <p:spPr>
          <a:xfrm>
            <a:off x="-96688" y="169605"/>
            <a:ext cx="4047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大路李船闸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葫芦湾船闸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5B656CF-5301-4CB9-ABE6-13C888891CB8}"/>
              </a:ext>
            </a:extLst>
          </p:cNvPr>
          <p:cNvSpPr/>
          <p:nvPr/>
        </p:nvSpPr>
        <p:spPr>
          <a:xfrm>
            <a:off x="5879976" y="242072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B1D79B-6A36-40BB-B9AB-EEA8D2AE1D76}"/>
              </a:ext>
            </a:extLst>
          </p:cNvPr>
          <p:cNvSpPr txBox="1"/>
          <p:nvPr/>
        </p:nvSpPr>
        <p:spPr>
          <a:xfrm>
            <a:off x="767408" y="1700808"/>
            <a:ext cx="6400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大路李船闸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F70E92-EC64-47F7-AB44-8A5923AC5629}"/>
              </a:ext>
            </a:extLst>
          </p:cNvPr>
          <p:cNvSpPr txBox="1"/>
          <p:nvPr/>
        </p:nvSpPr>
        <p:spPr>
          <a:xfrm>
            <a:off x="11171468" y="1603745"/>
            <a:ext cx="6400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葫芦湾船闸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F6AC63-33C9-45BA-97CA-D3B37D738A7F}"/>
              </a:ext>
            </a:extLst>
          </p:cNvPr>
          <p:cNvSpPr txBox="1"/>
          <p:nvPr/>
        </p:nvSpPr>
        <p:spPr>
          <a:xfrm>
            <a:off x="9327781" y="4941168"/>
            <a:ext cx="2544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highlight>
                  <a:srgbClr val="FFFF00"/>
                </a:highlight>
              </a:rPr>
              <a:t>24.9km</a:t>
            </a:r>
            <a:endParaRPr lang="zh-CN" altLang="en-US" sz="4400" b="1" dirty="0">
              <a:highlight>
                <a:srgbClr val="FFFF00"/>
              </a:highlight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6CBAF4D-EA19-43A2-84B5-7078EAD82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848" y="1063311"/>
            <a:ext cx="4477836" cy="273323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159DC17-E327-4232-8EC3-93263F580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348" y="1052736"/>
            <a:ext cx="4578112" cy="273323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8E2C677-AD2C-4750-A480-01852F7B3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7894" y="3844045"/>
            <a:ext cx="5244244" cy="261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28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A95CEE2B-6503-4852-AFB8-E69E3BD7CBA6}"/>
              </a:ext>
            </a:extLst>
          </p:cNvPr>
          <p:cNvSpPr txBox="1"/>
          <p:nvPr/>
        </p:nvSpPr>
        <p:spPr>
          <a:xfrm>
            <a:off x="-96688" y="169605"/>
            <a:ext cx="4047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葫芦湾船闸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周口船闸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5B656CF-5301-4CB9-ABE6-13C888891CB8}"/>
              </a:ext>
            </a:extLst>
          </p:cNvPr>
          <p:cNvSpPr/>
          <p:nvPr/>
        </p:nvSpPr>
        <p:spPr>
          <a:xfrm>
            <a:off x="5879976" y="242072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B1D79B-6A36-40BB-B9AB-EEA8D2AE1D76}"/>
              </a:ext>
            </a:extLst>
          </p:cNvPr>
          <p:cNvSpPr txBox="1"/>
          <p:nvPr/>
        </p:nvSpPr>
        <p:spPr>
          <a:xfrm>
            <a:off x="767408" y="1700808"/>
            <a:ext cx="6400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葫芦湾船闸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F70E92-EC64-47F7-AB44-8A5923AC5629}"/>
              </a:ext>
            </a:extLst>
          </p:cNvPr>
          <p:cNvSpPr txBox="1"/>
          <p:nvPr/>
        </p:nvSpPr>
        <p:spPr>
          <a:xfrm>
            <a:off x="11171468" y="1603745"/>
            <a:ext cx="640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周口船闸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F6AC63-33C9-45BA-97CA-D3B37D738A7F}"/>
              </a:ext>
            </a:extLst>
          </p:cNvPr>
          <p:cNvSpPr txBox="1"/>
          <p:nvPr/>
        </p:nvSpPr>
        <p:spPr>
          <a:xfrm>
            <a:off x="9327781" y="4941168"/>
            <a:ext cx="2544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highlight>
                  <a:srgbClr val="FFFF00"/>
                </a:highlight>
              </a:rPr>
              <a:t>27.4km</a:t>
            </a:r>
            <a:endParaRPr lang="zh-CN" altLang="en-US" sz="4400" b="1" dirty="0">
              <a:highlight>
                <a:srgbClr val="FFFF00"/>
              </a:highlight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BE46A5E-D8C7-418D-9A17-8CFE5DD24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72" y="1043715"/>
            <a:ext cx="4578112" cy="27332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27EAFB-A424-4576-9A38-4A3BFA94D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039" y="3861048"/>
            <a:ext cx="6367922" cy="24407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063A75-436D-4A58-9DFE-46A54B1E3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348" y="1084064"/>
            <a:ext cx="4309502" cy="267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092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>
            <a:extLst>
              <a:ext uri="{FF2B5EF4-FFF2-40B4-BE49-F238E27FC236}">
                <a16:creationId xmlns:a16="http://schemas.microsoft.com/office/drawing/2014/main" id="{A95CEE2B-6503-4852-AFB8-E69E3BD7CBA6}"/>
              </a:ext>
            </a:extLst>
          </p:cNvPr>
          <p:cNvSpPr txBox="1"/>
          <p:nvPr/>
        </p:nvSpPr>
        <p:spPr>
          <a:xfrm>
            <a:off x="-96688" y="169605"/>
            <a:ext cx="4047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周口船闸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周口港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5B656CF-5301-4CB9-ABE6-13C888891CB8}"/>
              </a:ext>
            </a:extLst>
          </p:cNvPr>
          <p:cNvSpPr/>
          <p:nvPr/>
        </p:nvSpPr>
        <p:spPr>
          <a:xfrm>
            <a:off x="5879976" y="2420722"/>
            <a:ext cx="720080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B1D79B-6A36-40BB-B9AB-EEA8D2AE1D76}"/>
              </a:ext>
            </a:extLst>
          </p:cNvPr>
          <p:cNvSpPr txBox="1"/>
          <p:nvPr/>
        </p:nvSpPr>
        <p:spPr>
          <a:xfrm>
            <a:off x="767408" y="1700808"/>
            <a:ext cx="640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周口船闸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5F70E92-EC64-47F7-AB44-8A5923AC5629}"/>
              </a:ext>
            </a:extLst>
          </p:cNvPr>
          <p:cNvSpPr txBox="1"/>
          <p:nvPr/>
        </p:nvSpPr>
        <p:spPr>
          <a:xfrm>
            <a:off x="11104581" y="1558746"/>
            <a:ext cx="6400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周口港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F6AC63-33C9-45BA-97CA-D3B37D738A7F}"/>
              </a:ext>
            </a:extLst>
          </p:cNvPr>
          <p:cNvSpPr txBox="1"/>
          <p:nvPr/>
        </p:nvSpPr>
        <p:spPr>
          <a:xfrm>
            <a:off x="9327781" y="4941168"/>
            <a:ext cx="25442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highlight>
                  <a:srgbClr val="FFFF00"/>
                </a:highlight>
              </a:rPr>
              <a:t>19.6km</a:t>
            </a:r>
            <a:endParaRPr lang="zh-CN" altLang="en-US" sz="4400" b="1" dirty="0">
              <a:highlight>
                <a:srgbClr val="FFFF00"/>
              </a:highligh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2EC26C-0A8E-444E-A3DD-CFA72B29E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1043715"/>
            <a:ext cx="4504525" cy="273323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DD35B32-7461-43B0-ABF6-B6C52B3DD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451" y="1084064"/>
            <a:ext cx="4309502" cy="26733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279E401-0E0C-4728-89F6-DB2517ED1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519" y="3861048"/>
            <a:ext cx="6192962" cy="245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22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接点 2">
            <a:extLst>
              <a:ext uri="{FF2B5EF4-FFF2-40B4-BE49-F238E27FC236}">
                <a16:creationId xmlns:a16="http://schemas.microsoft.com/office/drawing/2014/main" id="{0BE13122-C108-4AF2-8B4C-8F4F0A119771}"/>
              </a:ext>
            </a:extLst>
          </p:cNvPr>
          <p:cNvSpPr/>
          <p:nvPr/>
        </p:nvSpPr>
        <p:spPr>
          <a:xfrm>
            <a:off x="261046" y="2846102"/>
            <a:ext cx="216024" cy="216024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77EB057-DF47-496F-81A4-5AB8DD9E46DC}"/>
              </a:ext>
            </a:extLst>
          </p:cNvPr>
          <p:cNvSpPr txBox="1"/>
          <p:nvPr/>
        </p:nvSpPr>
        <p:spPr>
          <a:xfrm>
            <a:off x="119336" y="3124283"/>
            <a:ext cx="4994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平顶山港</a:t>
            </a:r>
          </a:p>
        </p:txBody>
      </p: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63243B7F-2F09-4491-8C6B-E82306B2345B}"/>
              </a:ext>
            </a:extLst>
          </p:cNvPr>
          <p:cNvSpPr/>
          <p:nvPr/>
        </p:nvSpPr>
        <p:spPr>
          <a:xfrm>
            <a:off x="1701206" y="2849004"/>
            <a:ext cx="216024" cy="216024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86E0C18-EBBD-478E-A13D-9A8F3A4A28CB}"/>
              </a:ext>
            </a:extLst>
          </p:cNvPr>
          <p:cNvSpPr txBox="1"/>
          <p:nvPr/>
        </p:nvSpPr>
        <p:spPr>
          <a:xfrm>
            <a:off x="1541991" y="3150588"/>
            <a:ext cx="4994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军李船闸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AA3C47B-3266-470E-913B-86E0FA806A43}"/>
              </a:ext>
            </a:extLst>
          </p:cNvPr>
          <p:cNvCxnSpPr>
            <a:cxnSpLocks/>
          </p:cNvCxnSpPr>
          <p:nvPr/>
        </p:nvCxnSpPr>
        <p:spPr>
          <a:xfrm>
            <a:off x="477070" y="2889187"/>
            <a:ext cx="1224136" cy="29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CC719969-9854-4B5C-BF92-113CE316E6AD}"/>
              </a:ext>
            </a:extLst>
          </p:cNvPr>
          <p:cNvSpPr/>
          <p:nvPr/>
        </p:nvSpPr>
        <p:spPr>
          <a:xfrm>
            <a:off x="3141366" y="2854311"/>
            <a:ext cx="216024" cy="216024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DCD9E1-10E2-4A4B-B0BD-361783C52E63}"/>
              </a:ext>
            </a:extLst>
          </p:cNvPr>
          <p:cNvSpPr txBox="1"/>
          <p:nvPr/>
        </p:nvSpPr>
        <p:spPr>
          <a:xfrm>
            <a:off x="2999656" y="3153371"/>
            <a:ext cx="4994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马湾船闸</a:t>
            </a:r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98C9BB55-983B-403A-8164-A5BE0B406FBC}"/>
              </a:ext>
            </a:extLst>
          </p:cNvPr>
          <p:cNvSpPr/>
          <p:nvPr/>
        </p:nvSpPr>
        <p:spPr>
          <a:xfrm>
            <a:off x="4617530" y="2853886"/>
            <a:ext cx="216024" cy="216024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DE74D7D-7E09-4310-8024-C37CDCA40981}"/>
              </a:ext>
            </a:extLst>
          </p:cNvPr>
          <p:cNvSpPr txBox="1"/>
          <p:nvPr/>
        </p:nvSpPr>
        <p:spPr>
          <a:xfrm>
            <a:off x="4475820" y="3159987"/>
            <a:ext cx="4994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漯河船闸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11B7EF2-B1D0-486A-9D4A-F1D6FDD9D7AD}"/>
              </a:ext>
            </a:extLst>
          </p:cNvPr>
          <p:cNvCxnSpPr>
            <a:cxnSpLocks/>
          </p:cNvCxnSpPr>
          <p:nvPr/>
        </p:nvCxnSpPr>
        <p:spPr>
          <a:xfrm>
            <a:off x="1917230" y="2892089"/>
            <a:ext cx="1224136" cy="53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流程图: 接点 25">
            <a:extLst>
              <a:ext uri="{FF2B5EF4-FFF2-40B4-BE49-F238E27FC236}">
                <a16:creationId xmlns:a16="http://schemas.microsoft.com/office/drawing/2014/main" id="{CE84CCF0-2806-4BD6-8427-11546DF5B99D}"/>
              </a:ext>
            </a:extLst>
          </p:cNvPr>
          <p:cNvSpPr/>
          <p:nvPr/>
        </p:nvSpPr>
        <p:spPr>
          <a:xfrm>
            <a:off x="6057690" y="2857342"/>
            <a:ext cx="216024" cy="216024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15614E-5F92-4048-B74B-28A21516E929}"/>
              </a:ext>
            </a:extLst>
          </p:cNvPr>
          <p:cNvSpPr txBox="1"/>
          <p:nvPr/>
        </p:nvSpPr>
        <p:spPr>
          <a:xfrm>
            <a:off x="5913674" y="3162794"/>
            <a:ext cx="499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漯河港</a:t>
            </a:r>
          </a:p>
        </p:txBody>
      </p:sp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81C80414-BD84-4970-81ED-77A4B21DAD5E}"/>
              </a:ext>
            </a:extLst>
          </p:cNvPr>
          <p:cNvSpPr/>
          <p:nvPr/>
        </p:nvSpPr>
        <p:spPr>
          <a:xfrm>
            <a:off x="7494522" y="2853886"/>
            <a:ext cx="216024" cy="216024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2D8CD5F-431B-4342-9511-1A7CBFE71A6F}"/>
              </a:ext>
            </a:extLst>
          </p:cNvPr>
          <p:cNvSpPr txBox="1"/>
          <p:nvPr/>
        </p:nvSpPr>
        <p:spPr>
          <a:xfrm>
            <a:off x="7389838" y="3123545"/>
            <a:ext cx="4994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大路李船闸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6BF1B1E-8209-499D-87FD-376E29BB8CD9}"/>
              </a:ext>
            </a:extLst>
          </p:cNvPr>
          <p:cNvCxnSpPr>
            <a:cxnSpLocks/>
          </p:cNvCxnSpPr>
          <p:nvPr/>
        </p:nvCxnSpPr>
        <p:spPr>
          <a:xfrm flipV="1">
            <a:off x="6273714" y="2896971"/>
            <a:ext cx="1220808" cy="34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流程图: 接点 30">
            <a:extLst>
              <a:ext uri="{FF2B5EF4-FFF2-40B4-BE49-F238E27FC236}">
                <a16:creationId xmlns:a16="http://schemas.microsoft.com/office/drawing/2014/main" id="{359A2C0D-5968-45FC-B8A5-A5445AAC40BC}"/>
              </a:ext>
            </a:extLst>
          </p:cNvPr>
          <p:cNvSpPr/>
          <p:nvPr/>
        </p:nvSpPr>
        <p:spPr>
          <a:xfrm>
            <a:off x="8918344" y="2862802"/>
            <a:ext cx="216024" cy="216024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7128A42-D0C6-45C2-92FB-5BDE0D1D85A1}"/>
              </a:ext>
            </a:extLst>
          </p:cNvPr>
          <p:cNvSpPr txBox="1"/>
          <p:nvPr/>
        </p:nvSpPr>
        <p:spPr>
          <a:xfrm>
            <a:off x="8776634" y="3065922"/>
            <a:ext cx="4994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葫芦湾船闸</a:t>
            </a:r>
          </a:p>
        </p:txBody>
      </p:sp>
      <p:sp>
        <p:nvSpPr>
          <p:cNvPr id="33" name="流程图: 接点 32">
            <a:extLst>
              <a:ext uri="{FF2B5EF4-FFF2-40B4-BE49-F238E27FC236}">
                <a16:creationId xmlns:a16="http://schemas.microsoft.com/office/drawing/2014/main" id="{4F730158-D1B7-4ECC-BDDF-C5BC2BB36D59}"/>
              </a:ext>
            </a:extLst>
          </p:cNvPr>
          <p:cNvSpPr/>
          <p:nvPr/>
        </p:nvSpPr>
        <p:spPr>
          <a:xfrm>
            <a:off x="10343362" y="2853886"/>
            <a:ext cx="216024" cy="216024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DC4CE76-F698-4B48-A750-70482A3BD63B}"/>
              </a:ext>
            </a:extLst>
          </p:cNvPr>
          <p:cNvSpPr txBox="1"/>
          <p:nvPr/>
        </p:nvSpPr>
        <p:spPr>
          <a:xfrm>
            <a:off x="10199289" y="3110635"/>
            <a:ext cx="4994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周口船闸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09BB70A-B44B-45D8-9F2B-AC27295C12FD}"/>
              </a:ext>
            </a:extLst>
          </p:cNvPr>
          <p:cNvCxnSpPr>
            <a:cxnSpLocks/>
          </p:cNvCxnSpPr>
          <p:nvPr/>
        </p:nvCxnSpPr>
        <p:spPr>
          <a:xfrm flipV="1">
            <a:off x="9134368" y="2896971"/>
            <a:ext cx="1208994" cy="8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B0ED0BB-9963-4173-BE8E-B1CF48AF2911}"/>
              </a:ext>
            </a:extLst>
          </p:cNvPr>
          <p:cNvCxnSpPr>
            <a:cxnSpLocks/>
          </p:cNvCxnSpPr>
          <p:nvPr/>
        </p:nvCxnSpPr>
        <p:spPr>
          <a:xfrm>
            <a:off x="7710546" y="2896971"/>
            <a:ext cx="1207798" cy="8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流程图: 接点 38">
            <a:extLst>
              <a:ext uri="{FF2B5EF4-FFF2-40B4-BE49-F238E27FC236}">
                <a16:creationId xmlns:a16="http://schemas.microsoft.com/office/drawing/2014/main" id="{2751601A-0957-4297-8F79-59B744B5722E}"/>
              </a:ext>
            </a:extLst>
          </p:cNvPr>
          <p:cNvSpPr/>
          <p:nvPr/>
        </p:nvSpPr>
        <p:spPr>
          <a:xfrm>
            <a:off x="11767184" y="2846102"/>
            <a:ext cx="216024" cy="216024"/>
          </a:xfrm>
          <a:prstGeom prst="flowChartConnector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6F9418E-EEE2-4CA7-870F-87DDDBE87631}"/>
              </a:ext>
            </a:extLst>
          </p:cNvPr>
          <p:cNvSpPr txBox="1"/>
          <p:nvPr/>
        </p:nvSpPr>
        <p:spPr>
          <a:xfrm>
            <a:off x="11621944" y="3123545"/>
            <a:ext cx="4994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5">
                    <a:lumMod val="75000"/>
                  </a:schemeClr>
                </a:solidFill>
              </a:rPr>
              <a:t>周口港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17C53453-05F9-4ADB-8DA5-0D69792D04DA}"/>
              </a:ext>
            </a:extLst>
          </p:cNvPr>
          <p:cNvCxnSpPr>
            <a:cxnSpLocks/>
          </p:cNvCxnSpPr>
          <p:nvPr/>
        </p:nvCxnSpPr>
        <p:spPr>
          <a:xfrm>
            <a:off x="3357390" y="2897774"/>
            <a:ext cx="1224136" cy="53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3BD057BC-F7EF-4E4B-AD16-F94C961A7AD7}"/>
              </a:ext>
            </a:extLst>
          </p:cNvPr>
          <p:cNvCxnSpPr>
            <a:cxnSpLocks/>
          </p:cNvCxnSpPr>
          <p:nvPr/>
        </p:nvCxnSpPr>
        <p:spPr>
          <a:xfrm>
            <a:off x="4833684" y="2903234"/>
            <a:ext cx="1224136" cy="53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8846B5E4-E6DD-4436-B640-91D13173EF87}"/>
              </a:ext>
            </a:extLst>
          </p:cNvPr>
          <p:cNvCxnSpPr>
            <a:cxnSpLocks/>
          </p:cNvCxnSpPr>
          <p:nvPr/>
        </p:nvCxnSpPr>
        <p:spPr>
          <a:xfrm flipV="1">
            <a:off x="10559386" y="2889187"/>
            <a:ext cx="1207798" cy="778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8BD28E49-8125-48A9-9366-B147F9AEDFE7}"/>
              </a:ext>
            </a:extLst>
          </p:cNvPr>
          <p:cNvSpPr txBox="1"/>
          <p:nvPr/>
        </p:nvSpPr>
        <p:spPr>
          <a:xfrm>
            <a:off x="-254611" y="2957183"/>
            <a:ext cx="2689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航段</a:t>
            </a:r>
            <a:r>
              <a:rPr lang="en-US" altLang="zh-CN" sz="1200" dirty="0"/>
              <a:t>1</a:t>
            </a:r>
            <a:endParaRPr lang="zh-CN" altLang="en-US" sz="1200" dirty="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2D0F698-4E90-4D40-BFA4-772A78573FF7}"/>
              </a:ext>
            </a:extLst>
          </p:cNvPr>
          <p:cNvSpPr txBox="1"/>
          <p:nvPr/>
        </p:nvSpPr>
        <p:spPr>
          <a:xfrm>
            <a:off x="1199456" y="2958768"/>
            <a:ext cx="2689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航段</a:t>
            </a:r>
            <a:r>
              <a:rPr lang="en-US" altLang="zh-CN" sz="1200" dirty="0"/>
              <a:t>2</a:t>
            </a:r>
            <a:endParaRPr lang="zh-CN" altLang="en-US" sz="1200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A648CDF6-FA82-403F-9ABA-C99CBB0944B9}"/>
              </a:ext>
            </a:extLst>
          </p:cNvPr>
          <p:cNvSpPr txBox="1"/>
          <p:nvPr/>
        </p:nvSpPr>
        <p:spPr>
          <a:xfrm>
            <a:off x="2639616" y="2958768"/>
            <a:ext cx="2689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航段</a:t>
            </a:r>
            <a:r>
              <a:rPr lang="en-US" altLang="zh-CN" sz="1200" dirty="0"/>
              <a:t>3</a:t>
            </a:r>
            <a:endParaRPr lang="zh-CN" altLang="en-US" sz="1200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78EE0548-6C06-4FBC-A1A2-BB4E7D40D190}"/>
              </a:ext>
            </a:extLst>
          </p:cNvPr>
          <p:cNvSpPr txBox="1"/>
          <p:nvPr/>
        </p:nvSpPr>
        <p:spPr>
          <a:xfrm>
            <a:off x="4126275" y="2958768"/>
            <a:ext cx="2689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航段</a:t>
            </a:r>
            <a:r>
              <a:rPr lang="en-US" altLang="zh-CN" sz="1200" dirty="0"/>
              <a:t>4</a:t>
            </a:r>
            <a:endParaRPr lang="zh-CN" altLang="en-US" sz="1200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01B577F-19ED-41A8-864F-5A345D058FE2}"/>
              </a:ext>
            </a:extLst>
          </p:cNvPr>
          <p:cNvSpPr txBox="1"/>
          <p:nvPr/>
        </p:nvSpPr>
        <p:spPr>
          <a:xfrm>
            <a:off x="5566435" y="2958768"/>
            <a:ext cx="2689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航段</a:t>
            </a:r>
            <a:r>
              <a:rPr lang="en-US" altLang="zh-CN" sz="1200" dirty="0"/>
              <a:t>5</a:t>
            </a:r>
            <a:endParaRPr lang="zh-CN" altLang="en-US" sz="1200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8E58EBAB-B514-42DA-A599-EBACCFB94953}"/>
              </a:ext>
            </a:extLst>
          </p:cNvPr>
          <p:cNvSpPr txBox="1"/>
          <p:nvPr/>
        </p:nvSpPr>
        <p:spPr>
          <a:xfrm>
            <a:off x="7006595" y="2958768"/>
            <a:ext cx="2689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航段</a:t>
            </a:r>
            <a:r>
              <a:rPr lang="en-US" altLang="zh-CN" sz="1200" dirty="0"/>
              <a:t>6</a:t>
            </a:r>
            <a:endParaRPr lang="zh-CN" altLang="en-US" sz="12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D9C534D4-6AE3-421C-8E8A-43014D46F1DF}"/>
              </a:ext>
            </a:extLst>
          </p:cNvPr>
          <p:cNvSpPr txBox="1"/>
          <p:nvPr/>
        </p:nvSpPr>
        <p:spPr>
          <a:xfrm>
            <a:off x="8446755" y="2958768"/>
            <a:ext cx="2689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航段</a:t>
            </a:r>
            <a:r>
              <a:rPr lang="en-US" altLang="zh-CN" sz="1200" dirty="0"/>
              <a:t>7</a:t>
            </a:r>
            <a:endParaRPr lang="zh-CN" altLang="en-US" sz="12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CE2D1A7-37BC-4339-B624-69D4B0EC1280}"/>
              </a:ext>
            </a:extLst>
          </p:cNvPr>
          <p:cNvSpPr txBox="1"/>
          <p:nvPr/>
        </p:nvSpPr>
        <p:spPr>
          <a:xfrm>
            <a:off x="9840416" y="2958768"/>
            <a:ext cx="2689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航段</a:t>
            </a:r>
            <a:r>
              <a:rPr lang="en-US" altLang="zh-CN" sz="1200" dirty="0"/>
              <a:t>8</a:t>
            </a:r>
            <a:endParaRPr lang="zh-CN" altLang="en-US" sz="12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1F08150-497D-49F1-AFA2-ECBF930BA610}"/>
              </a:ext>
            </a:extLst>
          </p:cNvPr>
          <p:cNvSpPr txBox="1"/>
          <p:nvPr/>
        </p:nvSpPr>
        <p:spPr>
          <a:xfrm>
            <a:off x="-661754" y="189521"/>
            <a:ext cx="236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总结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F96D5FC-47D5-4D08-B43D-3996E05CF8BA}"/>
              </a:ext>
            </a:extLst>
          </p:cNvPr>
          <p:cNvSpPr/>
          <p:nvPr/>
        </p:nvSpPr>
        <p:spPr>
          <a:xfrm>
            <a:off x="492747" y="1971159"/>
            <a:ext cx="1152129" cy="7630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25.5km</a:t>
            </a:r>
            <a:endParaRPr lang="zh-CN" altLang="en-US" dirty="0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13E32225-348E-4084-AB82-B17BA07EB34E}"/>
              </a:ext>
            </a:extLst>
          </p:cNvPr>
          <p:cNvSpPr/>
          <p:nvPr/>
        </p:nvSpPr>
        <p:spPr>
          <a:xfrm>
            <a:off x="1991543" y="1975525"/>
            <a:ext cx="1152129" cy="7630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25km</a:t>
            </a:r>
            <a:endParaRPr lang="zh-CN" altLang="en-US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B6FF0C23-7D50-4233-9015-32DB26B138BA}"/>
              </a:ext>
            </a:extLst>
          </p:cNvPr>
          <p:cNvSpPr/>
          <p:nvPr/>
        </p:nvSpPr>
        <p:spPr>
          <a:xfrm>
            <a:off x="3452909" y="1975525"/>
            <a:ext cx="1152129" cy="7630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44.1km</a:t>
            </a:r>
            <a:endParaRPr lang="zh-CN" altLang="en-US" dirty="0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6C31AAEB-8E37-4ACA-8768-882DDF8A5D49}"/>
              </a:ext>
            </a:extLst>
          </p:cNvPr>
          <p:cNvSpPr/>
          <p:nvPr/>
        </p:nvSpPr>
        <p:spPr>
          <a:xfrm>
            <a:off x="4871863" y="1971906"/>
            <a:ext cx="1152129" cy="7630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689m</a:t>
            </a:r>
            <a:endParaRPr lang="zh-CN" altLang="en-US" dirty="0"/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4CF02F0A-A961-4364-8792-52DEE91EACB0}"/>
              </a:ext>
            </a:extLst>
          </p:cNvPr>
          <p:cNvSpPr/>
          <p:nvPr/>
        </p:nvSpPr>
        <p:spPr>
          <a:xfrm>
            <a:off x="6240016" y="1967634"/>
            <a:ext cx="1152129" cy="7630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22.6km</a:t>
            </a:r>
            <a:endParaRPr lang="zh-CN" altLang="en-US" dirty="0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4F3A8CD4-E649-4CE4-AAD5-BA495210E66C}"/>
              </a:ext>
            </a:extLst>
          </p:cNvPr>
          <p:cNvSpPr/>
          <p:nvPr/>
        </p:nvSpPr>
        <p:spPr>
          <a:xfrm>
            <a:off x="7775432" y="1975525"/>
            <a:ext cx="1152129" cy="7630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24.9km</a:t>
            </a:r>
            <a:endParaRPr lang="zh-CN" altLang="en-US" dirty="0"/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BDB0F4C5-5C3D-404F-B5CA-E57CFDD009C9}"/>
              </a:ext>
            </a:extLst>
          </p:cNvPr>
          <p:cNvSpPr/>
          <p:nvPr/>
        </p:nvSpPr>
        <p:spPr>
          <a:xfrm>
            <a:off x="9250979" y="1975525"/>
            <a:ext cx="1152129" cy="7630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27.4km</a:t>
            </a:r>
            <a:endParaRPr lang="zh-CN" altLang="en-US" dirty="0"/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322712AD-E3AD-4087-8F6C-0DBA6543ADF9}"/>
              </a:ext>
            </a:extLst>
          </p:cNvPr>
          <p:cNvSpPr/>
          <p:nvPr/>
        </p:nvSpPr>
        <p:spPr>
          <a:xfrm>
            <a:off x="10609253" y="1967634"/>
            <a:ext cx="1152129" cy="7630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19.6km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68985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5eedcc7-0c2b-434f-93dd-822e8c157ba7"/>
  <p:tag name="COMMONDATA" val="eyJoZGlkIjoiM2QwOGE1Nzk1ODljZDFmZGM1MGViMDY0NDQ4MGQyYzk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3594</TotalTime>
  <Words>168</Words>
  <Application>Microsoft Office PowerPoint</Application>
  <PresentationFormat>宽屏</PresentationFormat>
  <Paragraphs>67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华文隶书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我国交通运输业事故概况分析</dc:title>
  <dc:creator>Administrator</dc:creator>
  <cp:lastModifiedBy>Xinwei Wang</cp:lastModifiedBy>
  <cp:revision>1508</cp:revision>
  <dcterms:created xsi:type="dcterms:W3CDTF">2015-06-14T04:26:00Z</dcterms:created>
  <dcterms:modified xsi:type="dcterms:W3CDTF">2025-05-19T08:14:13Z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8687182FF62947D7A5E9C48E8ACEF4E6</vt:lpwstr>
  </property>
  <property fmtid="{D5CDD505-2E9C-101B-9397-08002B2CF9AE}" pid="3" name="KSOProductBuildVer">
    <vt:lpwstr>2052-11.1.0.14036</vt:lpwstr>
  </property>
</Properties>
</file>